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Sz cx="18288000" cy="10287000"/>
  <p:notesSz cx="6858000" cy="9144000"/>
  <p:embeddedFontLst>
    <p:embeddedFont>
      <p:font typeface="Bobby Jones" panose="020B0604020202020204" charset="0"/>
      <p:regular r:id="rId2"/>
    </p:embeddedFont>
    <p:embeddedFont>
      <p:font typeface="Gotham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8E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690" autoAdjust="0"/>
    <p:restoredTop sz="94622" autoAdjust="0"/>
  </p:normalViewPr>
  <p:slideViewPr>
    <p:cSldViewPr>
      <p:cViewPr varScale="1">
        <p:scale>
          <a:sx n="51" d="100"/>
          <a:sy n="51" d="100"/>
        </p:scale>
        <p:origin x="67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2.fntdata"/><Relationship Id="rId7" Type="http://schemas.openxmlformats.org/officeDocument/2006/relationships/tableStyles" Target="tableStyle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476500"/>
            <a:ext cx="9906000" cy="2232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5448300"/>
            <a:ext cx="9906000" cy="2743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4686300"/>
            <a:ext cx="10972800" cy="3986213"/>
          </a:xfrm>
        </p:spPr>
        <p:txBody>
          <a:bodyPr anchor="t">
            <a:normAutofit/>
          </a:bodyPr>
          <a:lstStyle>
            <a:lvl1pPr algn="ctr">
              <a:defRPr sz="8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2400" y="1400175"/>
            <a:ext cx="10363200" cy="2743200"/>
          </a:xfrm>
        </p:spPr>
        <p:txBody>
          <a:bodyPr anchor="b"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B28-F868-EF8F-B440-DC8F95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019F-32FF-C611-73CF-92F1991D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5BBE-1005-4905-C7C5-EA9ACF95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Yt Notes Studios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4927F-EA62-1932-4D2A-0CE9A83D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FC1245-D77D-B64C-E715-C8977ABAD3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51344" y="4152900"/>
            <a:ext cx="14765055" cy="487680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87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58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683217-678E-2129-B176-6E44D2F94624}"/>
              </a:ext>
            </a:extLst>
          </p:cNvPr>
          <p:cNvSpPr/>
          <p:nvPr userDrawn="1"/>
        </p:nvSpPr>
        <p:spPr>
          <a:xfrm>
            <a:off x="701040" y="716598"/>
            <a:ext cx="16885920" cy="8782525"/>
          </a:xfrm>
          <a:prstGeom prst="roundRect">
            <a:avLst>
              <a:gd name="adj" fmla="val 3855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3600" y="723900"/>
            <a:ext cx="14782800" cy="327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54400" y="2381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989139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err="1"/>
              <a:t>Yt</a:t>
            </a:r>
            <a:r>
              <a:rPr lang="en-US" dirty="0"/>
              <a:t> Notes Studios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23920" y="98913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E503042-7153-22A7-F0BB-B75A481FB7AE}"/>
              </a:ext>
            </a:extLst>
          </p:cNvPr>
          <p:cNvSpPr/>
          <p:nvPr userDrawn="1"/>
        </p:nvSpPr>
        <p:spPr>
          <a:xfrm>
            <a:off x="-24063" y="7429500"/>
            <a:ext cx="4138863" cy="3124200"/>
          </a:xfrm>
          <a:custGeom>
            <a:avLst/>
            <a:gdLst/>
            <a:ahLst/>
            <a:cxnLst/>
            <a:rect l="l" t="t" r="r" b="b"/>
            <a:pathLst>
              <a:path w="5414211" h="4114800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305300"/>
            <a:ext cx="1478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itle2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2">
      <a:majorFont>
        <a:latin typeface="Bobby Jones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33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Gotham</vt:lpstr>
      <vt:lpstr>Bobby Jones</vt:lpstr>
      <vt:lpstr>title2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sem 5</dc:title>
  <cp:lastModifiedBy>BG Bhimani</cp:lastModifiedBy>
  <cp:revision>28</cp:revision>
  <dcterms:created xsi:type="dcterms:W3CDTF">2006-08-16T00:00:00Z</dcterms:created>
  <dcterms:modified xsi:type="dcterms:W3CDTF">2026-05-07T18:00:37Z</dcterms:modified>
  <dc:identifier>DAG__ds8C4w</dc:identifier>
</cp:coreProperties>
</file>
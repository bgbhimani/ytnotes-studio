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8288000" cy="10287000"/>
  <p:notesSz cx="6858000" cy="9144000"/>
  <p:embeddedFontLst>
    <p:embeddedFont>
      <p:font typeface="Bobby Jones" panose="020B0604020202020204" charset="0"/>
      <p:regular r:id="rId2"/>
    </p:embeddedFont>
    <p:embeddedFont>
      <p:font typeface="Gotham" panose="020B0604020202020204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8E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0690" autoAdjust="0"/>
    <p:restoredTop sz="94622" autoAdjust="0"/>
  </p:normalViewPr>
  <p:slideViewPr>
    <p:cSldViewPr>
      <p:cViewPr varScale="1">
        <p:scale>
          <a:sx n="51" d="100"/>
          <a:sy n="51" d="100"/>
        </p:scale>
        <p:origin x="67" y="4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font" Target="fonts/font1.fntdata"/><Relationship Id="rId3" Type="http://schemas.openxmlformats.org/officeDocument/2006/relationships/font" Target="fonts/font2.fntdata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2476500"/>
            <a:ext cx="9906000" cy="2232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5448300"/>
            <a:ext cx="9906000" cy="2743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Yt</a:t>
            </a:r>
            <a:r>
              <a:rPr lang="en-US" dirty="0"/>
              <a:t> Notes Studios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0" y="4686300"/>
            <a:ext cx="10972800" cy="3986213"/>
          </a:xfrm>
        </p:spPr>
        <p:txBody>
          <a:bodyPr anchor="t">
            <a:normAutofit/>
          </a:bodyPr>
          <a:lstStyle>
            <a:lvl1pPr algn="ctr">
              <a:defRPr sz="8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2400" y="1400175"/>
            <a:ext cx="10363200" cy="2743200"/>
          </a:xfrm>
        </p:spPr>
        <p:txBody>
          <a:bodyPr anchor="b">
            <a:normAutofit/>
          </a:bodyPr>
          <a:lstStyle>
            <a:lvl1pPr marL="0" indent="0" algn="ctr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Yt</a:t>
            </a:r>
            <a:r>
              <a:rPr lang="en-US" dirty="0"/>
              <a:t> Notes Studios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3AB28-F868-EF8F-B440-DC8F95242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82019F-32FF-C611-73CF-92F1991D0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D8BD707-D9CF-40AE-B4C6-C98DA3205C09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C95BBE-1005-4905-C7C5-EA9ACF953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Yt Notes Studios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D4927F-EA62-1932-4D2A-0CE9A83D4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9FC1245-D77D-B64C-E715-C8977ABAD3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51344" y="4152900"/>
            <a:ext cx="14765055" cy="4876800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78757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858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7683217-678E-2129-B176-6E44D2F94624}"/>
              </a:ext>
            </a:extLst>
          </p:cNvPr>
          <p:cNvSpPr/>
          <p:nvPr userDrawn="1"/>
        </p:nvSpPr>
        <p:spPr>
          <a:xfrm>
            <a:off x="701040" y="716598"/>
            <a:ext cx="16885920" cy="8782525"/>
          </a:xfrm>
          <a:prstGeom prst="roundRect">
            <a:avLst>
              <a:gd name="adj" fmla="val 3855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33600" y="723900"/>
            <a:ext cx="14782800" cy="3276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154400" y="2381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fld id="{1D8BD707-D9CF-40AE-B4C6-C98DA3205C09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989139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 err="1"/>
              <a:t>Yt</a:t>
            </a:r>
            <a:r>
              <a:rPr lang="en-US" dirty="0"/>
              <a:t> Notes Studios</a:t>
            </a:r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23920" y="989139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9E503042-7153-22A7-F0BB-B75A481FB7AE}"/>
              </a:ext>
            </a:extLst>
          </p:cNvPr>
          <p:cNvSpPr/>
          <p:nvPr userDrawn="1"/>
        </p:nvSpPr>
        <p:spPr>
          <a:xfrm>
            <a:off x="-24063" y="7429500"/>
            <a:ext cx="4138863" cy="3124200"/>
          </a:xfrm>
          <a:custGeom>
            <a:avLst/>
            <a:gdLst/>
            <a:ahLst/>
            <a:cxnLst/>
            <a:rect l="l" t="t" r="r" b="b"/>
            <a:pathLst>
              <a:path w="5414211" h="4114800">
                <a:moveTo>
                  <a:pt x="0" y="0"/>
                </a:moveTo>
                <a:lnTo>
                  <a:pt x="5414211" y="0"/>
                </a:lnTo>
                <a:lnTo>
                  <a:pt x="54142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4305300"/>
            <a:ext cx="147828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5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9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Aula F75 Gaming Keyboard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Community-Demanded Deep Dive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Demand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Why the Aula F75?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Most Demanded Keyboard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Long absence of keyboard reviews on the channel</a:t>
            </a:r>
          </a:p>
          <a:p>
            <a:pPr>
              <a:defRPr sz="2000"/>
            </a:pPr>
            <a:r>
              <a:t>Comment section flooded with requests for the Aula F75</a:t>
            </a:r>
          </a:p>
          <a:p>
            <a:pPr>
              <a:defRPr sz="2000"/>
            </a:pPr>
            <a:r>
              <a:t>Viewers suggested it would 'change perspective' on keyboards</a:t>
            </a:r>
          </a:p>
          <a:p>
            <a:pPr>
              <a:defRPr sz="2000"/>
            </a:pPr>
            <a:r>
              <a:t>Priced between Rs 6,000 and Rs 7,500 (reviewing the Rs 7,500 display variant)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Unboxing &amp; First Impressions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What's in the Box?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Box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Well-packaged box, made in India</a:t>
            </a:r>
          </a:p>
          <a:p>
            <a:pPr>
              <a:defRPr sz="2000"/>
            </a:pPr>
            <a:r>
              <a:t>Aula F75 keyboard (white sheet protection)</a:t>
            </a:r>
          </a:p>
          <a:p>
            <a:pPr>
              <a:defRPr sz="2000"/>
            </a:pPr>
            <a:r>
              <a:t>Two user manuals/books</a:t>
            </a:r>
          </a:p>
          <a:p>
            <a:pPr>
              <a:defRPr sz="2000"/>
            </a:pPr>
            <a:r>
              <a:t>Type A to C cable</a:t>
            </a:r>
          </a:p>
          <a:p>
            <a:pPr>
              <a:defRPr sz="2000"/>
            </a:pPr>
            <a:r>
              <a:t>2 extra switches</a:t>
            </a:r>
          </a:p>
          <a:p>
            <a:pPr>
              <a:defRPr sz="2000"/>
            </a:pPr>
            <a:r>
              <a:t>Key Cap Puller &amp; Switch Puller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 Feel &amp;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Immediately noticeable solid build quality upon handling</a:t>
            </a:r>
          </a:p>
          <a:p>
            <a:pPr>
              <a:defRPr sz="2000"/>
            </a:pPr>
            <a:r>
              <a:t>Satisfying sound (to be discussed later)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&amp; Features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Aesthetics, Ergonomics &amp; Functionality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&amp; Ergonomics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Three-color variant: off-white, blue-ish, dark blue-ish with random key colors</a:t>
            </a:r>
          </a:p>
          <a:p>
            <a:pPr>
              <a:defRPr sz="2000"/>
            </a:pPr>
            <a:r>
              <a:t>Elevated design with 2 elevation clips at the bottom for preference</a:t>
            </a:r>
          </a:p>
          <a:p>
            <a:pPr>
              <a:defRPr sz="2000"/>
            </a:pPr>
            <a:r>
              <a:t>Type C port at the top</a:t>
            </a:r>
          </a:p>
          <a:p>
            <a:pPr>
              <a:defRPr sz="2000"/>
            </a:pPr>
            <a:r>
              <a:t>Switch for 2.4GHz, Bluetooth &amp; wired modes</a:t>
            </a:r>
          </a:p>
          <a:p>
            <a:pPr>
              <a:defRPr sz="2000"/>
            </a:pPr>
            <a:r>
              <a:t>Integrated dongle storage (a highly appreciated feature)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Material &amp;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Polycarbonate build, but feels solid and 'filled' from inside</a:t>
            </a:r>
          </a:p>
          <a:p>
            <a:pPr>
              <a:defRPr sz="2000"/>
            </a:pPr>
            <a:r>
              <a:t>Premium, stable feel in hand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Multi-Function Knob &amp; Display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Top-right knob with a satisfying click sound</a:t>
            </a:r>
          </a:p>
          <a:p>
            <a:pPr>
              <a:defRPr sz="2000"/>
            </a:pPr>
            <a:r>
              <a:t>Knob toggles features within the display</a:t>
            </a:r>
          </a:p>
          <a:p>
            <a:pPr>
              <a:defRPr sz="2000"/>
            </a:pPr>
            <a:r>
              <a:t>Display Modes: Windows, Mac, iOS, Android (4 modes, changeable on the go)</a:t>
            </a:r>
          </a:p>
          <a:p>
            <a:pPr>
              <a:defRPr sz="2000"/>
            </a:pPr>
            <a:r>
              <a:t>Display Effects: 16 RGB effects (can also turn off RGB)</a:t>
            </a:r>
          </a:p>
          <a:p>
            <a:pPr>
              <a:defRPr sz="2000"/>
            </a:pPr>
            <a:r>
              <a:t>Display Brightness: Control lighting intensity</a:t>
            </a:r>
          </a:p>
          <a:p>
            <a:pPr>
              <a:defRPr sz="2000"/>
            </a:pPr>
            <a:r>
              <a:t>Display Speed: Adjust effect speed</a:t>
            </a:r>
          </a:p>
          <a:p>
            <a:pPr>
              <a:defRPr sz="2000"/>
            </a:pPr>
            <a:r>
              <a:t>Display Volume: System volume control</a:t>
            </a:r>
          </a:p>
          <a:p>
            <a:pPr>
              <a:defRPr sz="2000"/>
            </a:pPr>
            <a:r>
              <a:t>Display Language: English &amp; Chinese (caution advised when changing)</a:t>
            </a:r>
          </a:p>
          <a:p>
            <a:pPr>
              <a:defRPr sz="2000"/>
            </a:pPr>
            <a:r>
              <a:t>Display also shows date, time, battery percentage, and connectivity status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Keyboard Layout &amp; Form Factor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10keyless keyboard (a sweet spot for most users)</a:t>
            </a:r>
          </a:p>
          <a:p>
            <a:pPr>
              <a:defRPr sz="2000"/>
            </a:pPr>
            <a:r>
              <a:t>More compact than full-size, larger than 60% keyboards</a:t>
            </a:r>
          </a:p>
          <a:p>
            <a:pPr>
              <a:defRPr sz="2000"/>
            </a:pPr>
            <a:r>
              <a:t>Great size for desktop aesthetics and general use (unless specific full-size needs like GTA helicopter controls)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Experience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Typing, Gaming &amp; Connectivity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Gasket Mount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Features a gasket mount design (similar to Dawg, Kreo Swarm, Cosmic Byte)</a:t>
            </a:r>
          </a:p>
          <a:p>
            <a:pPr>
              <a:defRPr sz="2000"/>
            </a:pPr>
            <a:r>
              <a:t>Provides a premium typing feel, reducing hollowness and vibrations</a:t>
            </a:r>
          </a:p>
          <a:p>
            <a:pPr>
              <a:defRPr sz="2000"/>
            </a:pPr>
            <a:r>
              <a:t>5 layers of absorption: PC plate, sandwich foam, switch pad, sound enhancement foam, silicon pad</a:t>
            </a:r>
          </a:p>
          <a:p>
            <a:pPr>
              <a:defRPr sz="2000"/>
            </a:pPr>
            <a:r>
              <a:t>Results in a 'thocky' sound and comfortable experience for hands and ears</a:t>
            </a:r>
          </a:p>
          <a:p>
            <a:pPr>
              <a:defRPr sz="2000"/>
            </a:pPr>
            <a:r>
              <a:t>Enhances stability and overall premium feel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Connectivity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Tri-mode connectivity: Bluetooth, 2.4GHz wireless (dongle), wired (Type C)</a:t>
            </a:r>
          </a:p>
          <a:p>
            <a:pPr>
              <a:defRPr sz="2000"/>
            </a:pPr>
            <a:r>
              <a:t>Switch at the back to select mode</a:t>
            </a:r>
          </a:p>
          <a:p>
            <a:pPr>
              <a:defRPr sz="2000"/>
            </a:pPr>
            <a:r>
              <a:t>Bluetooth 5.0, supports 3 devices (FN+1, 2, 3 to switch)</a:t>
            </a:r>
          </a:p>
          <a:p>
            <a:pPr>
              <a:defRPr sz="2000"/>
            </a:pPr>
            <a:r>
              <a:t>Device OS shortcuts: FN+Q, W, E, R for Android, Windows, Mac, iOS</a:t>
            </a:r>
          </a:p>
          <a:p>
            <a:pPr>
              <a:defRPr sz="2000"/>
            </a:pPr>
            <a:r>
              <a:t>Polling rate: 125Hz on Bluetooth (8ms response time) - ideal for office/daily tasks</a:t>
            </a:r>
          </a:p>
          <a:p>
            <a:pPr>
              <a:defRPr sz="2000"/>
            </a:pPr>
            <a:r>
              <a:t>Polling rate: 1000Hz on wired and 2.4GHz wireless (1ms response time) - ideal for gaming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Switches: Leoborg Reaper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Equipped with Leoborg Reaper switches</a:t>
            </a:r>
          </a:p>
          <a:p>
            <a:pPr>
              <a:defRPr sz="2000"/>
            </a:pPr>
            <a:r>
              <a:t>Comparable to 'Red switches' - linear with soft, smooth touch</a:t>
            </a:r>
          </a:p>
          <a:p>
            <a:pPr>
              <a:defRPr sz="2000"/>
            </a:pPr>
            <a:r>
              <a:t>No tactile bump or click, preferred by those who dislike loud sounds</a:t>
            </a:r>
          </a:p>
          <a:p>
            <a:pPr>
              <a:defRPr sz="2000"/>
            </a:pPr>
            <a:r>
              <a:t>Pre-lubed for a smoother typing experience</a:t>
            </a:r>
          </a:p>
          <a:p>
            <a:pPr>
              <a:defRPr sz="2000"/>
            </a:pPr>
            <a:r>
              <a:t>Hot-swappable: Supports 3-pin and 5-pin switches for future customization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RGB Lighting &amp;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Good, bright RGB lighting with various effects (can be toggled via display or shortcuts)</a:t>
            </a:r>
          </a:p>
          <a:p>
            <a:pPr>
              <a:defRPr sz="2000"/>
            </a:pPr>
            <a:r>
              <a:t>No pass-through lighting (common in this keyboard type)</a:t>
            </a:r>
          </a:p>
          <a:p>
            <a:pPr>
              <a:defRPr sz="2000"/>
            </a:pPr>
            <a:r>
              <a:t>PC software for advanced customization:</a:t>
            </a:r>
          </a:p>
          <a:p>
            <a:pPr>
              <a:defRPr sz="2000"/>
            </a:pPr>
            <a:r>
              <a:t>Key customization: Assign multiple functions, create macros, manage profiles</a:t>
            </a:r>
          </a:p>
          <a:p>
            <a:pPr>
              <a:defRPr sz="2000"/>
            </a:pPr>
            <a:r>
              <a:t>RGB effects: More granular control, per-key RGB customization</a:t>
            </a:r>
          </a:p>
          <a:p>
            <a:pPr>
              <a:defRPr sz="2000"/>
            </a:pPr>
            <a:r>
              <a:t>Music mode: RGB syncs with music rhythm</a:t>
            </a:r>
          </a:p>
          <a:p>
            <a:pPr>
              <a:defRPr sz="2000"/>
            </a:pPr>
            <a:r>
              <a:t>General settings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4000mAh battery capacity</a:t>
            </a:r>
          </a:p>
          <a:p>
            <a:pPr>
              <a:defRPr sz="2000"/>
            </a:pPr>
            <a:r>
              <a:t>Claimed backup: 30 hours with backlight on, 80 hours with backlight off</a:t>
            </a:r>
          </a:p>
          <a:p>
            <a:pPr>
              <a:defRPr sz="2000"/>
            </a:pPr>
            <a:r>
              <a:t>Untested fully, but observed good backup in use, charges quickly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Value, Experience &amp; Recommendation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Gaming &amp; Typing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Provides a premium typing and gaming experience</a:t>
            </a:r>
          </a:p>
          <a:p>
            <a:pPr>
              <a:defRPr sz="2000"/>
            </a:pPr>
            <a:r>
              <a:t>Compares favorably to a much more expensive keyboard (OnePlus, Rs 19,000)</a:t>
            </a:r>
          </a:p>
          <a:p>
            <a:pPr>
              <a:defRPr sz="2000"/>
            </a:pPr>
            <a:r>
              <a:t>Ergonomically comfortable due to elevated design and clips</a:t>
            </a:r>
          </a:p>
          <a:p>
            <a:pPr>
              <a:defRPr sz="2000"/>
            </a:pPr>
            <a:r>
              <a:t>A premium experience for its price point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&amp;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Base variant (without display) for Rs 6,000 competes with Kreo Swarm (~Rs 5000-5300) and Dawg Highkey (clicky switches)</a:t>
            </a:r>
          </a:p>
          <a:p>
            <a:pPr>
              <a:defRPr sz="2000"/>
            </a:pPr>
            <a:r>
              <a:t>Aula F75 offers superior build quality, typing experience, and sound compared to Kreo Swarm and Dawg (justifies the extra cost)</a:t>
            </a:r>
          </a:p>
          <a:p>
            <a:pPr>
              <a:defRPr sz="2000"/>
            </a:pPr>
            <a:r>
              <a:t>Recommended if you can spend a bit extra for enhanced quality and sound</a:t>
            </a:r>
          </a:p>
          <a:p>
            <a:pPr>
              <a:defRPr sz="2000"/>
            </a:pPr>
            <a:r>
              <a:t>After-sales service in India unknown; available on Amazon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2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ustom 2">
      <a:majorFont>
        <a:latin typeface="Bobby Jones"/>
        <a:ea typeface=""/>
        <a:cs typeface=""/>
      </a:majorFont>
      <a:minorFont>
        <a:latin typeface="Gotha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Demo</Template>
  <TotalTime>33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Gotham</vt:lpstr>
      <vt:lpstr>Bobby Jones</vt:lpstr>
      <vt:lpstr>title2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DAA sem 5</dc:title>
  <cp:lastModifiedBy>BG Bhimani</cp:lastModifiedBy>
  <cp:revision>28</cp:revision>
  <dcterms:created xsi:type="dcterms:W3CDTF">2006-08-16T00:00:00Z</dcterms:created>
  <dcterms:modified xsi:type="dcterms:W3CDTF">2026-05-07T18:00:37Z</dcterms:modified>
  <dc:identifier>DAG__ds8C4w</dc:identifier>
</cp:coreProperties>
</file>
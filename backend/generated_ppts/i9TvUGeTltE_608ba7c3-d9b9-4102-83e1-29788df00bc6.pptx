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Apple's Behind-the-Scenes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More than just new products: A Leadership Overhaul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Apple's Executive Turnover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Major Leadership Shift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Leadership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Tim Cook steps down as CEO, transitions to Chairman of the Board.</a:t>
            </a:r>
          </a:p>
          <a:p>
            <a:pPr>
              <a:defRPr sz="2000"/>
            </a:pPr>
            <a:r>
              <a:t>John Ternus (SVP of Hardware Engineering) appointed new CEO, starting in September.</a:t>
            </a:r>
          </a:p>
          <a:p>
            <a:pPr>
              <a:defRPr sz="2000"/>
            </a:pPr>
            <a:r>
              <a:t>Johny Srouji (SVP of Hardware Technologies) to become the new Chief of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 Cook's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Successfully followed Steve Jobs, navigating immense pressure and expectations.</a:t>
            </a:r>
          </a:p>
          <a:p>
            <a:pPr>
              <a:defRPr sz="2000"/>
            </a:pPr>
            <a:r>
              <a:t>Utilized supply chain optimization and business expertise to grow Apple into a multi-trillion-dollar company.</a:t>
            </a:r>
          </a:p>
          <a:p>
            <a:pPr>
              <a:defRPr sz="2000"/>
            </a:pPr>
            <a:r>
              <a:t>Achieved unprecedented financial success and investor confidence over 15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 CEO Change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Orchestrated Executive Transition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Coordinated Shift in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More than just a single CEO change: A wave of high-level executive retirements.</a:t>
            </a:r>
          </a:p>
          <a:p>
            <a:pPr>
              <a:defRPr sz="2000"/>
            </a:pPr>
            <a:r>
              <a:t>Suggests a large, orchestrated transition to a younger generation of leaders.</a:t>
            </a:r>
          </a:p>
          <a:p>
            <a:pPr>
              <a:defRPr sz="2000"/>
            </a:pPr>
            <a:r>
              <a:t>Potential for a significant and deliberate shift in Apple's strategic focus.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Philosophy: Product vs.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Steve Jobs: A 'product guy,' deeply involved in product details and vision.</a:t>
            </a:r>
          </a:p>
          <a:p>
            <a:pPr>
              <a:defRPr sz="2000"/>
            </a:pPr>
            <a:r>
              <a:t>Tim Cook: A 'business guy,' focused on supply chain, operations, and financial growth.</a:t>
            </a:r>
          </a:p>
          <a:p>
            <a:pPr>
              <a:defRPr sz="2000"/>
            </a:pPr>
            <a:r>
              <a:t>Cook's incredible success was driven by business acumen, less by direct product involvement.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John Ternus: A Return to Product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New CEO John Ternus comes from a strong background in Hardware Engineering.</a:t>
            </a:r>
          </a:p>
          <a:p>
            <a:pPr>
              <a:defRPr sz="2000"/>
            </a:pPr>
            <a:r>
              <a:t>Known for deep involvement and understanding of Apple's products and their 'nitty-gritty'.</a:t>
            </a:r>
          </a:p>
          <a:p>
            <a:pPr>
              <a:defRPr sz="2000"/>
            </a:pPr>
            <a:r>
              <a:t>Signals a potential return to a 'product-first' leadership approach at the helm.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Hardware Engineering Successes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Shift from problematic, thin MacBook Pros to thicker, more powerful Apple Silicon models.</a:t>
            </a:r>
          </a:p>
          <a:p>
            <a:pPr>
              <a:defRPr sz="2000"/>
            </a:pPr>
            <a:r>
              <a:t>The $599 Mac mini emerged as one of the best deals in tech.</a:t>
            </a:r>
          </a:p>
          <a:p>
            <a:pPr>
              <a:defRPr sz="2000"/>
            </a:pPr>
            <a:r>
              <a:t>MacBook Neo: A disruptive $600 laptop challenging the entire Windows laptop industry.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Symbolic Shift in Public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John Ternus hosted the MacBook Neo event, signaling his growing public role even before CEO announcement.</a:t>
            </a:r>
          </a:p>
          <a:p>
            <a:pPr>
              <a:defRPr sz="2000"/>
            </a:pPr>
            <a:r>
              <a:t>Expected to host upcoming major events, including the iPhone unveiling.</a:t>
            </a:r>
          </a:p>
          <a:p>
            <a:pPr>
              <a:defRPr sz="2000"/>
            </a:pPr>
            <a:r>
              <a:t>Rumored to be spearheading the development of the anticipated iPhone Fold.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Anticipating Future Product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Optimism for a return to 'big swings' at interesting and thoughtful hardware products.</a:t>
            </a:r>
          </a:p>
          <a:p>
            <a:pPr>
              <a:defRPr sz="2000"/>
            </a:pPr>
            <a:r>
              <a:t>Hope for continued development of disruptive products under the new, product-focused leadership.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 Cook's Product and Services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Notable product successes under Cook: Apple Watch, AirPods, AirTags, Vision Pro.</a:t>
            </a:r>
          </a:p>
          <a:p>
            <a:pPr>
              <a:defRPr sz="2000"/>
            </a:pPr>
            <a:r>
              <a:t>Increasing emphasis on recurring revenue from services (iCloud, Apple TV, Music, Fitness).</a:t>
            </a:r>
          </a:p>
          <a:p>
            <a:pPr>
              <a:defRPr sz="2000"/>
            </a:pPr>
            <a:r>
              <a:t>Strategy strongly aligned with investor priorities for consistent growth.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of Apple's Risk Aversion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Apple's perceived avoidance of failure limits new product categories (e.g., dedicated cameras, smart home displays with screens).</a:t>
            </a:r>
          </a:p>
          <a:p>
            <a:pPr>
              <a:defRPr sz="2000"/>
            </a:pPr>
            <a:r>
              <a:t>New products must be 'massive, revolutionary,' holding back exploration of smaller innovations.</a:t>
            </a:r>
          </a:p>
          <a:p>
            <a:pPr>
              <a:defRPr sz="2000"/>
            </a:pPr>
            <a:r>
              <a:t>Resulted in 'safe,' 'formulaic' products, often variations of existing ones, under previous leadership.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Renewed Hope for Hardware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New leadership may foster a return to bold, interesting hardware products.</a:t>
            </a:r>
          </a:p>
          <a:p>
            <a:pPr>
              <a:defRPr sz="2000"/>
            </a:pPr>
            <a:r>
              <a:t>Anticipation for more adventurous product development after years of 'safe' plays.</a:t>
            </a:r>
          </a:p>
          <a:p>
            <a:pPr>
              <a:defRPr sz="2000"/>
            </a:pPr>
            <a:r>
              <a:t>A shift towards taking bigger risks in product design and functionality.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Software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Significant work needed to improve Apple's software offerings (e.g., macOS, Siri, Apple Intelligence).</a:t>
            </a:r>
          </a:p>
          <a:p>
            <a:pPr>
              <a:defRPr sz="2000"/>
            </a:pPr>
            <a:r>
              <a:t>Bridging the gap between hardware innovation and software excellence is crucial.</a:t>
            </a:r>
          </a:p>
          <a:p>
            <a:pPr>
              <a:defRPr sz="2000"/>
            </a:pPr>
            <a:r>
              <a:t>Successful integration of both hardware and software could lead to a 'special' future for Apple.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Future of Apple Under New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